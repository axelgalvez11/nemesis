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document states what it contains before anything reads it. Every locator must point at something that existed before the parse began. Content that was seen and not converted is a gap, not an absence.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structure of a page is separate from the words printed on it. A measurement recorded without its method is a number nobody can check. The cheapest correct answer is still the correct answer.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locator must point at something that existed before the parse began. Content that was seen and not converted is a gap, not an absence. A document states what it contains before anything reads it.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measurement recorded without its method is a number nobody can check. The cheapest correct answer is still the correct answer. The structure of a page is separate from the words printed on it.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that was seen and not converted is a gap, not an absence. A document states what it contains before anything reads it. Every locator must point at something that existed before the parse began.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cheapest correct answer is still the correct answer. The structure of a page is separate from the words printed on it. A measurement recorded without its method is a number nobody can check.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document states what it contains before anything reads it. Every locator must point at something that existed before the parse began. Content that was seen and not converted is a gap, not an absence.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structure of a page is separate from the words printed on it. A measurement recorded without its method is a number nobody can check. The cheapest correct answer is still the correct answer.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locator must point at something that existed before the parse began. Content that was seen and not converted is a gap, not an absence. A document states what it contains before anything reads it.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measurement recorded without its method is a number nobody can check. The cheapest correct answer is still the correct answer. The structure of a page is separate from the words printed on it. The point to make here is the one the slide does not print, which is why it is written down as a note rather than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1</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A document states what it contains before anything reads it.</a:t>
            </a:r>
            <a:endParaRPr lang="en-US" sz="1400" dirty="0"/>
          </a:p>
          <a:p>
            <a:pPr indent="0" marL="0">
              <a:buNone/>
            </a:pPr>
            <a:r>
              <a:rPr lang="en-US" sz="1400" dirty="0">
                <a:solidFill>
                  <a:srgbClr val="000000"/>
                </a:solidFill>
              </a:rPr>
              <a:t>The structure of a page is separate from the words printed on it.</a:t>
            </a:r>
            <a:endParaRPr lang="en-US" sz="1400" dirty="0"/>
          </a:p>
          <a:p>
            <a:pPr indent="0" marL="0">
              <a:buNone/>
            </a:pPr>
            <a:r>
              <a:rPr lang="en-US" sz="1400" dirty="0">
                <a:solidFill>
                  <a:srgbClr val="000000"/>
                </a:solidFill>
              </a:rPr>
              <a:t>Every locator must point at something that existed before the parse began.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2</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The structure of a page is separate from the words printed on it.</a:t>
            </a:r>
            <a:endParaRPr lang="en-US" sz="1400" dirty="0"/>
          </a:p>
          <a:p>
            <a:pPr indent="0" marL="0">
              <a:buNone/>
            </a:pPr>
            <a:r>
              <a:rPr lang="en-US" sz="1400" dirty="0">
                <a:solidFill>
                  <a:srgbClr val="000000"/>
                </a:solidFill>
              </a:rPr>
              <a:t>Every locator must point at something that existed before the parse began.</a:t>
            </a:r>
            <a:endParaRPr lang="en-US" sz="1400" dirty="0"/>
          </a:p>
          <a:p>
            <a:pPr indent="0" marL="0">
              <a:buNone/>
            </a:pPr>
            <a:r>
              <a:rPr lang="en-US" sz="1400" dirty="0">
                <a:solidFill>
                  <a:srgbClr val="000000"/>
                </a:solidFill>
              </a:rPr>
              <a:t>A measurement recorded without its method is a number nobody can check.</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3</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Every locator must point at something that existed before the parse began.</a:t>
            </a:r>
            <a:endParaRPr lang="en-US" sz="1400" dirty="0"/>
          </a:p>
          <a:p>
            <a:pPr indent="0" marL="0">
              <a:buNone/>
            </a:pPr>
            <a:r>
              <a:rPr lang="en-US" sz="1400" dirty="0">
                <a:solidFill>
                  <a:srgbClr val="000000"/>
                </a:solidFill>
              </a:rPr>
              <a:t>A measurement recorded without its method is a number nobody can check.</a:t>
            </a:r>
            <a:endParaRPr lang="en-US" sz="1400" dirty="0"/>
          </a:p>
          <a:p>
            <a:pPr indent="0" marL="0">
              <a:buNone/>
            </a:pPr>
            <a:r>
              <a:rPr lang="en-US" sz="1400" dirty="0">
                <a:solidFill>
                  <a:srgbClr val="000000"/>
                </a:solidFill>
              </a:rPr>
              <a:t>Content that was seen and not converted is a gap, not an absence.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4</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A measurement recorded without its method is a number nobody can check.</a:t>
            </a:r>
            <a:endParaRPr lang="en-US" sz="1400" dirty="0"/>
          </a:p>
          <a:p>
            <a:pPr indent="0" marL="0">
              <a:buNone/>
            </a:pPr>
            <a:r>
              <a:rPr lang="en-US" sz="1400" dirty="0">
                <a:solidFill>
                  <a:srgbClr val="000000"/>
                </a:solidFill>
              </a:rPr>
              <a:t>Content that was seen and not converted is a gap, not an absence.</a:t>
            </a:r>
            <a:endParaRPr lang="en-US" sz="1400" dirty="0"/>
          </a:p>
          <a:p>
            <a:pPr indent="0" marL="0">
              <a:buNone/>
            </a:pPr>
            <a:r>
              <a:rPr lang="en-US" sz="1400" dirty="0">
                <a:solidFill>
                  <a:srgbClr val="000000"/>
                </a:solidFill>
              </a:rPr>
              <a:t>The cheapest correct answer is still the correct answer.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5</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Content that was seen and not converted is a gap, not an absence.</a:t>
            </a:r>
            <a:endParaRPr lang="en-US" sz="1400" dirty="0"/>
          </a:p>
          <a:p>
            <a:pPr indent="0" marL="0">
              <a:buNone/>
            </a:pPr>
            <a:r>
              <a:rPr lang="en-US" sz="1400" dirty="0">
                <a:solidFill>
                  <a:srgbClr val="000000"/>
                </a:solidFill>
              </a:rPr>
              <a:t>The cheapest correct answer is still the correct answer.</a:t>
            </a:r>
            <a:endParaRPr lang="en-US" sz="1400" dirty="0"/>
          </a:p>
          <a:p>
            <a:pPr indent="0" marL="0">
              <a:buNone/>
            </a:pPr>
            <a:r>
              <a:rPr lang="en-US" sz="1400" dirty="0">
                <a:solidFill>
                  <a:srgbClr val="000000"/>
                </a:solidFill>
              </a:rPr>
              <a:t>A document states what it contains before anything reads it.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6</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The cheapest correct answer is still the correct answer.</a:t>
            </a:r>
            <a:endParaRPr lang="en-US" sz="1400" dirty="0"/>
          </a:p>
          <a:p>
            <a:pPr indent="0" marL="0">
              <a:buNone/>
            </a:pPr>
            <a:r>
              <a:rPr lang="en-US" sz="1400" dirty="0">
                <a:solidFill>
                  <a:srgbClr val="000000"/>
                </a:solidFill>
              </a:rPr>
              <a:t>A document states what it contains before anything reads it.</a:t>
            </a:r>
            <a:endParaRPr lang="en-US" sz="1400" dirty="0"/>
          </a:p>
          <a:p>
            <a:pPr indent="0" marL="0">
              <a:buNone/>
            </a:pPr>
            <a:r>
              <a:rPr lang="en-US" sz="1400" dirty="0">
                <a:solidFill>
                  <a:srgbClr val="000000"/>
                </a:solidFill>
              </a:rPr>
              <a:t>The structure of a page is separate from the words printed on it.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7</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A document states what it contains before anything reads it.</a:t>
            </a:r>
            <a:endParaRPr lang="en-US" sz="1400" dirty="0"/>
          </a:p>
          <a:p>
            <a:pPr indent="0" marL="0">
              <a:buNone/>
            </a:pPr>
            <a:r>
              <a:rPr lang="en-US" sz="1400" dirty="0">
                <a:solidFill>
                  <a:srgbClr val="000000"/>
                </a:solidFill>
              </a:rPr>
              <a:t>The structure of a page is separate from the words printed on it.</a:t>
            </a:r>
            <a:endParaRPr lang="en-US" sz="1400" dirty="0"/>
          </a:p>
          <a:p>
            <a:pPr indent="0" marL="0">
              <a:buNone/>
            </a:pPr>
            <a:r>
              <a:rPr lang="en-US" sz="1400" dirty="0">
                <a:solidFill>
                  <a:srgbClr val="000000"/>
                </a:solidFill>
              </a:rPr>
              <a:t>Every locator must point at something that existed before the parse began.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8</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The structure of a page is separate from the words printed on it.</a:t>
            </a:r>
            <a:endParaRPr lang="en-US" sz="1400" dirty="0"/>
          </a:p>
          <a:p>
            <a:pPr indent="0" marL="0">
              <a:buNone/>
            </a:pPr>
            <a:r>
              <a:rPr lang="en-US" sz="1400" dirty="0">
                <a:solidFill>
                  <a:srgbClr val="000000"/>
                </a:solidFill>
              </a:rPr>
              <a:t>Every locator must point at something that existed before the parse began.</a:t>
            </a:r>
            <a:endParaRPr lang="en-US" sz="1400" dirty="0"/>
          </a:p>
          <a:p>
            <a:pPr indent="0" marL="0">
              <a:buNone/>
            </a:pPr>
            <a:r>
              <a:rPr lang="en-US" sz="1400" dirty="0">
                <a:solidFill>
                  <a:srgbClr val="000000"/>
                </a:solidFill>
              </a:rPr>
              <a:t>A measurement recorded without its method is a number nobody can check.</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9</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Every locator must point at something that existed before the parse began.</a:t>
            </a:r>
            <a:endParaRPr lang="en-US" sz="1400" dirty="0"/>
          </a:p>
          <a:p>
            <a:pPr indent="0" marL="0">
              <a:buNone/>
            </a:pPr>
            <a:r>
              <a:rPr lang="en-US" sz="1400" dirty="0">
                <a:solidFill>
                  <a:srgbClr val="000000"/>
                </a:solidFill>
              </a:rPr>
              <a:t>A measurement recorded without its method is a number nobody can check.</a:t>
            </a:r>
            <a:endParaRPr lang="en-US" sz="1400" dirty="0"/>
          </a:p>
          <a:p>
            <a:pPr indent="0" marL="0">
              <a:buNone/>
            </a:pPr>
            <a:r>
              <a:rPr lang="en-US" sz="1400" dirty="0">
                <a:solidFill>
                  <a:srgbClr val="000000"/>
                </a:solidFill>
              </a:rPr>
              <a:t>Content that was seen and not converted is a gap, not an absence.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274320"/>
            <a:ext cx="6858000" cy="0"/>
          </a:xfrm>
          <a:prstGeom prst="rect">
            <a:avLst/>
          </a:prstGeom>
          <a:noFill/>
          <a:ln/>
        </p:spPr>
        <p:txBody>
          <a:bodyPr wrap="square" rtlCol="0" anchor="ctr"/>
          <a:lstStyle/>
          <a:p>
            <a:pPr indent="0" marL="0">
              <a:buNone/>
            </a:pPr>
            <a:r>
              <a:rPr lang="en-US" sz="2800" dirty="0">
                <a:solidFill>
                  <a:srgbClr val="000000"/>
                </a:solidFill>
              </a:rPr>
              <a:t>Topic 10</a:t>
            </a:r>
            <a:endParaRPr lang="en-US" sz="2800" dirty="0"/>
          </a:p>
        </p:txBody>
      </p:sp>
      <p:sp>
        <p:nvSpPr>
          <p:cNvPr id="3" name="Text 1"/>
          <p:cNvSpPr/>
          <p:nvPr/>
        </p:nvSpPr>
        <p:spPr>
          <a:xfrm>
            <a:off x="457200" y="1097280"/>
            <a:ext cx="5486400" cy="0"/>
          </a:xfrm>
          <a:prstGeom prst="rect">
            <a:avLst/>
          </a:prstGeom>
          <a:noFill/>
          <a:ln/>
        </p:spPr>
        <p:txBody>
          <a:bodyPr wrap="square" rtlCol="0" anchor="ctr"/>
          <a:lstStyle/>
          <a:p>
            <a:pPr indent="0" marL="0">
              <a:buNone/>
            </a:pPr>
            <a:r>
              <a:rPr lang="en-US" sz="1400" dirty="0">
                <a:solidFill>
                  <a:srgbClr val="000000"/>
                </a:solidFill>
              </a:rPr>
              <a:t>A measurement recorded without its method is a number nobody can check.</a:t>
            </a:r>
            <a:endParaRPr lang="en-US" sz="1400" dirty="0"/>
          </a:p>
          <a:p>
            <a:pPr indent="0" marL="0">
              <a:buNone/>
            </a:pPr>
            <a:r>
              <a:rPr lang="en-US" sz="1400" dirty="0">
                <a:solidFill>
                  <a:srgbClr val="000000"/>
                </a:solidFill>
              </a:rPr>
              <a:t>Content that was seen and not converted is a gap, not an absence.</a:t>
            </a:r>
            <a:endParaRPr lang="en-US" sz="1400" dirty="0"/>
          </a:p>
          <a:p>
            <a:pPr indent="0" marL="0">
              <a:buNone/>
            </a:pPr>
            <a:r>
              <a:rPr lang="en-US" sz="1400" dirty="0">
                <a:solidFill>
                  <a:srgbClr val="000000"/>
                </a:solidFill>
              </a:rPr>
              <a:t>The cheapest correct answer is still the correct answer.</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2026-08-18T05:37:13Z</dcterms:created>
  <dcterms:modified xsi:type="dcterms:W3CDTF">2026-08-18T05:37:13Z</dcterms:modified>
</cp:coreProperties>
</file>