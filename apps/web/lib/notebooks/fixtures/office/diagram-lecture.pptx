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21945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21945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that was seen and not converted is a gap, not an absence.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21945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that was seen and not converted is a gap, not an absence.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cheapest correct answer is still the correct answer.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21945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that was seen and not converted is a gap, not an absence.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cheapest correct answer is still the correct answer.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21945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cheapest correct answer is still the correct answer.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21945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21945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219456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2026-08-18T05:37:12Z</dcterms:created>
  <dcterms:modified xsi:type="dcterms:W3CDTF">2026-08-18T05:37:12Z</dcterms:modified>
</cp:coreProperties>
</file>