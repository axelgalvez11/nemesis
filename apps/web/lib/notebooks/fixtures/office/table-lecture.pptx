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 0A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 document states what it contains before anything reads it.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 0B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 measurement recorded without its method is a number nobody can check.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 1A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structure of a page is separate from the words printed on it.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 1B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Content that was seen and not converted is a gap, not an absence.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Every locator must point at something that existed before the parse began.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that was seen and not converted is a gap, not an absence.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 2A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Every locator must point at something that existed before the parse began.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 2B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cheapest correct answer is still the correct answer.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measurement recorded without its method is a number nobody can check.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that was seen and not converted is a gap, not an absence.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cheapest correct answer is still the correct answer.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 3A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 measurement recorded without its method is a number nobody can check.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 3B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 document states what it contains before anything reads it.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Content that was seen and not converted is a gap, not an absence.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cheapest correct answer is still the correct answer.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 4A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Content that was seen and not converted is a gap, not an absence.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 4B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structure of a page is separate from the words printed on it.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Topic 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cheapest correct answer is still the correct answer.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document states what it contains before anything reads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structure of a page is separate from the words printed on it.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 5A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The cheapest correct answer is still the correct answer.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Term 5B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Every locator must point at something that existed before the parse began.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2026-08-18T05:37:13Z</dcterms:created>
  <dcterms:modified xsi:type="dcterms:W3CDTF">2026-08-18T05:37:13Z</dcterms:modified>
</cp:coreProperties>
</file>