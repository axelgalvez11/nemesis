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  <p:sldSz cx="12192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n"/>
          <p:nvPr>
            <p:ph type="body"/>
          </p:nvPr>
        </p:nvSpPr>
        <p:txBody>
          <a:bodyPr/>
          <a:p>
            <a:pPr lvl="0"/>
            <a:r>
              <a:rPr/>
              <a:t>This deck is a fixture. Every slide in it carries the geometry a real deck carries.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sp1"/>
          <p:cNvSpPr/>
          <p:nvPr>
            <p:ph type="title"/>
          </p:nvPr>
        </p:nvSpPr>
        <p:spPr>
          <a:xfrm>
            <a:off x="731520" y="480060"/>
            <a:ext cx="10728960" cy="1165860"/>
          </a:xfrm>
        </p:spPr>
        <p:txBody>
          <a:bodyPr/>
        </p:txBody>
      </p:sp>
      <p:sp>
        <p:nvSpPr>
          <p:cNvPr id="2" name="sp2"/>
          <p:cNvSpPr/>
          <p:nvPr>
            <p:ph idx="1" type="body"/>
          </p:nvPr>
        </p:nvSpPr>
        <p:spPr>
          <a:xfrm>
            <a:off x="731520" y="2057400"/>
            <a:ext cx="5120640" cy="4114800"/>
          </a:xfrm>
        </p:spPr>
        <p:txBody>
          <a:bodyPr/>
        </p:txBody>
      </p:sp>
      <p:sp>
        <p:nvSpPr>
          <p:cNvPr id="3" name="sp3"/>
          <p:cNvSpPr/>
          <p:nvPr>
            <p:ph idx="2" type="body"/>
          </p:nvPr>
        </p:nvSpPr>
        <p:spPr>
          <a:xfrm>
            <a:off x="6339840" y="2057400"/>
            <a:ext cx="5120640" cy="4114800"/>
          </a:xfrm>
        </p:spPr>
        <p:txBody>
          <a:bodyPr/>
        </p:txBody>
      </p:sp>
    </p:spTree>
  </p:cSld>
</p:sldLayout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sp1"/>
          <p:cNvSpPr/>
          <p:nvPr>
            <p:ph type="ftr"/>
          </p:nvPr>
        </p:nvSpPr>
        <p:spPr>
          <a:xfrm>
            <a:off x="731520" y="6172200"/>
            <a:ext cx="10728960" cy="411480"/>
          </a:xfrm>
        </p:spPr>
        <p:txBody>
          <a:bodyPr/>
        </p:txBody>
      </p:sp>
    </p:spTree>
  </p:cSld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p2"/>
          <p:cNvSpPr/>
          <p:nvPr>
            <p:ph type="title"/>
          </p:nvPr>
        </p:nvSpPr>
        <p:spPr/>
        <p:txBody>
          <a:bodyPr/>
          <a:p>
            <a:pPr lvl="0"/>
            <a:r>
              <a:rPr sz="3400" b="1"/>
              <a:t>What a deck actually contains</a:t>
            </a:r>
          </a:p>
        </p:txBody>
      </p:sp>
      <p:sp>
        <p:nvSpPr>
          <p:cNvPr id="3" name="sp3"/>
          <p:cNvSpPr/>
          <p:nvPr>
            <p:ph idx="1" type="body"/>
          </p:nvPr>
        </p:nvSpPr>
        <p:spPr/>
        <p:txBody>
          <a:bodyPr/>
          <a:p>
            <a:pPr lvl="0"/>
            <a:r>
              <a:rPr/>
              <a:t>A slide is text, pictures and notes in a zip file</a:t>
            </a:r>
          </a:p>
          <a:p>
            <a:pPr lvl="0"/>
            <a:r>
              <a:rPr/>
              <a:t>Not a picture of a slide</a:t>
            </a:r>
          </a:p>
          <a:p>
            <a:pPr lvl="1"/>
            <a:r>
              <a:rPr/>
              <a:t>Which is why this view says what it is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p2"/>
          <p:cNvSpPr/>
          <p:nvPr>
            <p:ph type="title"/>
          </p:nvPr>
        </p:nvSpPr>
        <p:spPr/>
        <p:txBody>
          <a:bodyPr/>
          <a:p>
            <a:pPr lvl="0"/>
            <a:r>
              <a:rPr sz="3000" b="1"/>
              <a:t>Order comes from the deck, not the filenames</a:t>
            </a:r>
          </a:p>
        </p:txBody>
      </p:sp>
      <p:sp>
        <p:nvSpPr>
          <p:cNvPr id="3" name="sp3"/>
          <p:cNvSpPr/>
          <p:nvPr>
            <p:ph idx="1" type="body"/>
          </p:nvPr>
        </p:nvSpPr>
        <p:spPr/>
        <p:txBody>
          <a:bodyPr/>
          <a:p>
            <a:pPr lvl="0"/>
            <a:r>
              <a:rPr/>
              <a:t>slide10.xml sorts before slide2.xml</a:t>
            </a:r>
          </a:p>
          <a:p>
            <a:pPr lvl="0"/>
            <a:r>
              <a:rPr/>
              <a:t>so the order is read from presentation.xml</a:t>
            </a:r>
          </a:p>
        </p:txBody>
      </p:sp>
      <p:sp>
        <p:nvSpPr>
          <p:cNvPr id="4" name="sp4"/>
          <p:cNvSpPr/>
          <p:nvPr>
            <p:ph idx="2" type="body"/>
          </p:nvPr>
        </p:nvSpPr>
        <p:spPr/>
        <p:txBody>
          <a:bodyPr/>
          <a:p>
            <a:pPr lvl="0"/>
            <a:r>
              <a:rPr/>
              <a:t>A deck whose slides were reordered</a:t>
            </a:r>
          </a:p>
          <a:p>
            <a:pPr lvl="0"/>
            <a:r>
              <a:rPr/>
              <a:t>has filenames that mean nothing at all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p2"/>
          <p:cNvSpPr/>
          <p:nvPr>
            <p:ph type="title"/>
          </p:nvPr>
        </p:nvSpPr>
        <p:spPr/>
        <p:txBody>
          <a:bodyPr/>
          <a:p>
            <a:pPr lvl="0"/>
            <a:r>
              <a:rPr sz="3000" b="1"/>
              <a:t>Speaker notes are the lecturer's own words</a:t>
            </a:r>
          </a:p>
        </p:txBody>
      </p:sp>
      <p:sp>
        <p:nvSpPr>
          <p:cNvPr id="3" name="sp3"/>
          <p:cNvSpPr/>
          <p:nvPr>
            <p:ph idx="1" type="body"/>
          </p:nvPr>
        </p:nvSpPr>
        <p:spPr/>
        <p:txBody>
          <a:bodyPr/>
          <a:p>
            <a:pPr lvl="0"/>
            <a:r>
              <a:rPr/>
              <a:t>They are usually where the exam hints live</a:t>
            </a:r>
          </a:p>
        </p:txBody>
      </p:sp>
      <p:grpSp>
        <p:nvGrpSpPr>
          <p:cNvPr id="9" name="g"/>
        </p:nvGrpSpPr>
        <p:grpSpPr>
          <a:xfrm>
            <a:off x="731520" y="5212080"/>
            <a:ext cx="10728960" cy="822960"/>
            <a:chOff x="0" y="0"/>
            <a:chExt cx="1000" cy="1000"/>
          </a:xfrm>
        </p:grpSpPr>
        <p:sp>
          <p:nvSpPr>
            <p:cNvPr id="10" name="sp10"/>
            <p:cNvSpPr/>
            <p:nvPr/>
          </p:nvSpPr>
          <p:spPr>
            <a:xfrm>
              <a:off x="0" y="0"/>
              <a:ext cx="1000" cy="1000"/>
            </a:xfrm>
          </p:spPr>
          <p:txBody>
            <a:bodyPr/>
            <a:p>
              <a:pPr lvl="0" algn="ctr">
                <a:buNone/>
              </a:pPr>
              <a:r>
                <a:rPr sz="1800"/>
                <a:t>In a group, and still in the right place</a:t>
              </a:r>
            </a:p>
          </p:txBody>
        </p:sp>
      </p:grpSp>
    </p:spTree>
  </p:cSld>
</p:sld>
</file>