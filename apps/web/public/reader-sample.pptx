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3"/>
    <p:sldId id="257" r:id="rId1"/>
    <p:sldId id="258" r:id="rId2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s"/>
          <p:nvPr>
            <p:ph type="sldNum"/>
          </p:nvPr>
        </p:nvSpPr>
        <p:txBody>
          <a:p>
            <a:pPr lvl="0"/>
            <a:r>
              <a:t>2</a:t>
            </a:r>
          </a:p>
        </p:txBody>
      </p:sp>
      <p:sp>
        <p:nvSpPr>
          <p:cNvPr id="2" name="s"/>
          <p:nvPr>
            <p:ph type="body"/>
          </p:nvPr>
        </p:nvSpPr>
        <p:txBody>
          <a:p>
            <a:pPr lvl="0"/>
            <a:r>
              <a:t>Say out loud that these are reconstructions, not renders. Real rasters need a layout engine we do not host yet.</a:t>
            </a:r>
          </a:p>
        </p:txBody>
      </p:sp>
    </p:spTree>
  </p:cSld>
</p:notes>
</file>

<file path=ppt/slides/_rels/slide1.xml.rels><?xml version="1.0" encoding="UTF-8" standalone="yes"?><Relationships xmlns="http://schemas.openxmlformats.org/package/2006/relationships"></Relationships>
</file>

<file path=ppt/slides/_rels/slide2.xml.rels><?xml version="1.0" encoding="UTF-8" standalone="yes"?><Relationships xmlns="http://schemas.openxmlformats.org/package/2006/relationships"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s"/>
          <p:nvPr>
            <p:ph type="title"/>
          </p:nvPr>
        </p:nvSpPr>
        <p:txBody>
          <a:p>
            <a:pPr lvl="0"/>
            <a:r>
              <a:t>What a deck actually contains</a:t>
            </a:r>
          </a:p>
        </p:txBody>
      </p:sp>
      <p:sp>
        <p:nvSpPr>
          <p:cNvPr id="2" name="s"/>
          <p:nvPr/>
        </p:nvSpPr>
        <p:txBody>
          <a:p>
            <a:pPr lvl="0"/>
            <a:r>
              <a:t>A slide is text, pictures and notes in a zip file</a:t>
            </a:r>
          </a:p>
          <a:p>
            <a:pPr lvl="0"/>
            <a:r>
              <a:t>Not a picture of a slide</a:t>
            </a:r>
          </a:p>
          <a:p>
            <a:pPr lvl="1"/>
            <a:r>
              <a:t>Which is why this view says what it is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s"/>
          <p:nvPr>
            <p:ph type="title"/>
          </p:nvPr>
        </p:nvSpPr>
        <p:txBody>
          <a:p>
            <a:pPr lvl="0"/>
            <a:r>
              <a:t>Order comes from the deck, not the filenames</a:t>
            </a:r>
          </a:p>
        </p:txBody>
      </p:sp>
      <p:sp>
        <p:nvSpPr>
          <p:cNvPr id="2" name="s"/>
          <p:nvPr/>
        </p:nvSpPr>
        <p:txBody>
          <a:p>
            <a:pPr lvl="0"/>
            <a:r>
              <a:t>slide10.xml sorts before slide2.xml</a:t>
            </a:r>
          </a:p>
          <a:p>
            <a:pPr lvl="0"/>
            <a:r>
              <a:t>So the order is read from presentation.xml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s"/>
          <p:nvPr>
            <p:ph type="title"/>
          </p:nvPr>
        </p:nvSpPr>
        <p:txBody>
          <a:p>
            <a:pPr lvl="0"/>
            <a:r>
              <a:t>Speaker notes are the lecturer's own words</a:t>
            </a:r>
          </a:p>
        </p:txBody>
      </p:sp>
      <p:sp>
        <p:nvSpPr>
          <p:cNvPr id="2" name="s"/>
          <p:nvPr/>
        </p:nvSpPr>
        <p:txBody>
          <a:p>
            <a:pPr lvl="0"/>
            <a:r>
              <a:t>They are usually where the exam hints live</a:t>
            </a:r>
          </a:p>
        </p:txBody>
      </p:sp>
    </p:spTree>
  </p:cSld>
</p:sld>
</file>